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4AA9-B3E2-733A-8EB3-56FCAC0BA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683B5-72B8-9909-1F69-DEEC68564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FD1AC-F922-B5E9-BCA5-2262B410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44DD-7E69-CB4C-A295-D3613B4FA122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677C2-8AE4-C35B-91A9-B84DB0E13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25C96-0801-F4CD-1C02-AD27699F4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6D580-0EEB-464F-A67C-60D7EA5E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553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ED67E-0C77-1C19-5B51-87565A18E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8993-5619-05C5-9A27-3947F344F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EAC98-3608-401B-A06B-34311BEB3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44DD-7E69-CB4C-A295-D3613B4FA122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8776A-3EAD-82A9-8AF4-E69F938B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0A896-52BC-9DF7-6920-A0E82600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6D580-0EEB-464F-A67C-60D7EA5E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87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E82B-4F7C-97A1-3F42-65BF4A52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F1B8B-71D8-BF74-063A-A13F0A95B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23177-39AD-83D9-4B04-2203270C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44DD-7E69-CB4C-A295-D3613B4FA122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1E64-4E79-2E5F-8776-E72FB56EB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80988-83D8-EB6A-1C09-2EAEAF53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6D580-0EEB-464F-A67C-60D7EA5E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45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5EFBB-851C-F984-EF8F-B2A50FA63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F59FD-4B6D-6AC4-C5D3-1A1A5CE26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981AD-DF5C-5634-9205-0EF466446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3083E-D7E7-A135-D3B8-A03D3D493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44DD-7E69-CB4C-A295-D3613B4FA122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D635A4-30C5-C462-56B3-12F23A4D5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C052D-C083-53C6-90C1-849990520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6D580-0EEB-464F-A67C-60D7EA5E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03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16C9-5537-B44A-DE1D-70863BCB2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CD948-706D-E52D-27E4-C53A43940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86A72-01E3-1F18-C340-B9B87E61B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5F3022-8B0A-598A-591B-F7EA9344E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D0D90-36DA-57E1-F34A-F73DEE1B1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97E9C-E7AB-D51F-408E-CC6C76200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44DD-7E69-CB4C-A295-D3613B4FA122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F17B3B-7E6F-0096-1616-9632FC50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AB23-0F76-3C97-BB68-AC5DE4147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6D580-0EEB-464F-A67C-60D7EA5E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3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AA826-7D53-3EC8-3CA0-BEC6152C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A49B20-B2B9-9C8C-07BC-9193C0924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44DD-7E69-CB4C-A295-D3613B4FA122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78D1B-3AF2-504F-07E9-4F7E57039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D0AD-5D23-3A0E-C78D-6CFFAD597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6D580-0EEB-464F-A67C-60D7EA5E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274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0A9698-9E47-1284-0B88-95DA7515A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44DD-7E69-CB4C-A295-D3613B4FA122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32ACF-D729-880A-4EE1-CAE9F4492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9629E-D782-6376-2EC7-0731CE642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6D580-0EEB-464F-A67C-60D7EA5E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83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52D2B-DD4E-E474-3907-AE90416F6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11851-F1A3-A63C-A964-8E9A649E1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819B7-E610-E2CC-BF4D-18D23F71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4B18B-D536-D7CC-9693-50B1FE4F0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44DD-7E69-CB4C-A295-D3613B4FA122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B634B-F9DA-4B64-C18B-1BE557B7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0A094-5AB7-D6F9-9EE3-201770984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6D580-0EEB-464F-A67C-60D7EA5E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1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126D9-3B66-752A-A54E-795C4C25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A34B9C-94C3-99B1-777D-7B5621D4B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AA9CD-B0DD-C8BB-A729-61A3D4D31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2D852-9855-F415-2E7F-194E2C903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44DD-7E69-CB4C-A295-D3613B4FA122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F9193-F730-346E-BB09-ABF41D32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CED50-CC33-01A2-4593-AFFF87FE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6D580-0EEB-464F-A67C-60D7EA5E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30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15E0-D37B-BBD4-BB71-34CE4AED2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D6D13D-EADE-CA7D-4685-C3CB64A63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46975-F25B-5E92-689D-943BD6B49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44DD-7E69-CB4C-A295-D3613B4FA122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D4CC0-11CD-72F3-55E2-2D26DC1F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761C0-57EB-1340-C23B-0A49A4D2B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6D580-0EEB-464F-A67C-60D7EA5E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0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2F3E4B-3735-B7A3-877F-C2B133941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1CEA3-FC99-3603-81BB-2CE85963A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DEBA-47FB-9F01-0EC4-8AC31F1DA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44DD-7E69-CB4C-A295-D3613B4FA122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A2E3B-46D3-81CC-5F7D-DFBBD649B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24ED4-A853-E460-57E6-C6D37ACA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6D580-0EEB-464F-A67C-60D7EA5E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18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72E36-B775-160A-F97D-D5B98ACD3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D0AF8-DE1D-7512-9A8C-FD5DC6388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A72F6-19F0-E10F-3150-3E6AAAB16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8644DD-7E69-CB4C-A295-D3613B4FA122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DD5AF-608C-FF03-EC31-B88ED52AA3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AC0A4-526F-12D0-7AF7-160510A07B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6D580-0EEB-464F-A67C-60D7EA5E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34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EE3CFD-5129-7057-B7C0-AAEA162D4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08" y="1150462"/>
            <a:ext cx="10842583" cy="433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6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40BD4-8CCC-A9C5-68BE-824FAB537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F2FCC1-A14A-CF6E-1EB9-EF8C475AF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08" y="1150462"/>
            <a:ext cx="10842583" cy="4335938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8CEC1E0-BEEC-00AC-9188-86536873623D}"/>
              </a:ext>
            </a:extLst>
          </p:cNvPr>
          <p:cNvSpPr/>
          <p:nvPr/>
        </p:nvSpPr>
        <p:spPr>
          <a:xfrm>
            <a:off x="8491391" y="2457481"/>
            <a:ext cx="1112108" cy="10626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95125BA-D0E9-5C41-0E53-94358B6B8DAF}"/>
              </a:ext>
            </a:extLst>
          </p:cNvPr>
          <p:cNvSpPr/>
          <p:nvPr/>
        </p:nvSpPr>
        <p:spPr>
          <a:xfrm>
            <a:off x="9496512" y="3461291"/>
            <a:ext cx="920351" cy="9455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E91C687-CC6E-18C4-B8EA-D4286F08B4A8}"/>
              </a:ext>
            </a:extLst>
          </p:cNvPr>
          <p:cNvSpPr/>
          <p:nvPr/>
        </p:nvSpPr>
        <p:spPr>
          <a:xfrm>
            <a:off x="2914887" y="2691686"/>
            <a:ext cx="1221177" cy="12423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19E2EB-A064-CAE0-11DA-6FC51D42D1AD}"/>
              </a:ext>
            </a:extLst>
          </p:cNvPr>
          <p:cNvSpPr/>
          <p:nvPr/>
        </p:nvSpPr>
        <p:spPr>
          <a:xfrm>
            <a:off x="9428273" y="3461291"/>
            <a:ext cx="767951" cy="7931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4A1A33-3A04-EAE1-766C-89C968D50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607" y="3818575"/>
            <a:ext cx="847031" cy="6817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208871-567C-CEBC-6AB8-AE47BD249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763" y="3885427"/>
            <a:ext cx="1638300" cy="16891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D255188-FF4B-C4D8-D900-E28A23D7F3AA}"/>
              </a:ext>
            </a:extLst>
          </p:cNvPr>
          <p:cNvSpPr/>
          <p:nvPr/>
        </p:nvSpPr>
        <p:spPr>
          <a:xfrm>
            <a:off x="157726" y="2607823"/>
            <a:ext cx="2402958" cy="10626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87FF1D-BBAC-7688-03EE-7D3C7CA5CA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835" y="2636281"/>
            <a:ext cx="1956724" cy="11671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A60B74-5C1B-8347-5E53-9DA118DDB8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224" y="2667799"/>
            <a:ext cx="903219" cy="8636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F5F0A6-4A3E-F2AD-1001-D7724EF546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2378907" y="2686580"/>
            <a:ext cx="2190666" cy="110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32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792d246-d363-40e2-82bc-6f0655128b68}" enabled="1" method="Standard" siteId="{372ee9e0-9ce0-4033-a64a-c07073a91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Alkema</dc:creator>
  <cp:lastModifiedBy>Peter Alkema</cp:lastModifiedBy>
  <cp:revision>1</cp:revision>
  <dcterms:created xsi:type="dcterms:W3CDTF">2026-06-09T00:10:31Z</dcterms:created>
  <dcterms:modified xsi:type="dcterms:W3CDTF">2026-06-09T00:25:18Z</dcterms:modified>
</cp:coreProperties>
</file>